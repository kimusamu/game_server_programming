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65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444" autoAdjust="0"/>
  </p:normalViewPr>
  <p:slideViewPr>
    <p:cSldViewPr snapToGrid="0">
      <p:cViewPr varScale="1">
        <p:scale>
          <a:sx n="70" d="100"/>
          <a:sy n="70" d="100"/>
        </p:scale>
        <p:origin x="88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8BC6BB-7042-1538-64EB-70ACBCFF46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40031DB-7588-6ACA-A017-A510674D1B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76BA16-447A-8335-696B-90D9ABDBB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C1C1F-02D5-475E-AD67-F77921FC9E6F}" type="datetimeFigureOut">
              <a:rPr lang="ko-KR" altLang="en-US" smtClean="0"/>
              <a:t>2025-06-17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C20E10-20D9-9E04-BE2D-4286F2395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2F2584-9A1F-F90F-397B-7B4A88BB9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561A9-4607-4562-AF29-C44B022AEF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80920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61158E-565A-910F-107B-46A831CB1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4353D2-0DDA-23B5-B187-F33AD7C330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B1B516-4CB3-5C18-4105-B923AA973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C1C1F-02D5-475E-AD67-F77921FC9E6F}" type="datetimeFigureOut">
              <a:rPr lang="ko-KR" altLang="en-US" smtClean="0"/>
              <a:t>2025-06-17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4E4D20E-0BB7-5D7C-28E0-0469DE727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C33E03-67E3-229D-B1B8-E90132ADC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561A9-4607-4562-AF29-C44B022AEF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8343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66EFA7-365C-1EE6-D513-7A4554DA9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BF12CFE-E873-556A-70CF-7E9F3962F3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76D244-B774-8F99-E1A9-E7DD537D8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C1C1F-02D5-475E-AD67-F77921FC9E6F}" type="datetimeFigureOut">
              <a:rPr lang="ko-KR" altLang="en-US" smtClean="0"/>
              <a:t>2025-06-17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9CBC45-8A8E-1966-58AE-AFA4CF2A5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C5C56E-E739-CCF3-6B17-AE516C8C2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561A9-4607-4562-AF29-C44B022AEF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5222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DD4A93-3F77-06FE-FAFA-F0B4E095A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20E8408-2419-8953-F88D-6A8811A42B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C5A7EC4-C417-56DC-1DA5-F55B764D1E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DFF2F41-54A1-B13E-1E86-880E6FD07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C1C1F-02D5-475E-AD67-F77921FC9E6F}" type="datetimeFigureOut">
              <a:rPr lang="ko-KR" altLang="en-US" smtClean="0"/>
              <a:t>2025-06-17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3BBEA6-AF0C-6D4F-4A32-35321D3D9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6A8163E-382E-9F71-C845-C5EC1F5F3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561A9-4607-4562-AF29-C44B022AEF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8322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8CBD86-995C-B961-F486-39F09BA96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8CD19A8-0E9C-249D-98B7-C878543932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0FD5AEC-8519-0F96-B0BE-EF7D42ECCE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288C10E-19C3-E5F8-B9A2-5578DF3EE5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75A802C-BBF2-524B-77C0-5FAE5570AD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F81869F-3526-8C17-1BE6-727F9A743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C1C1F-02D5-475E-AD67-F77921FC9E6F}" type="datetimeFigureOut">
              <a:rPr lang="ko-KR" altLang="en-US" smtClean="0"/>
              <a:t>2025-06-17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9D9919C-185B-8D02-A97B-0259FB827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2EF066E-3D21-F15B-833B-FC001BCCC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561A9-4607-4562-AF29-C44B022AEF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2382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D6AB7A-2EE3-931E-B5F6-6D5DF62E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F8C55E4-62B1-5432-9BFB-AC0285FC9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C1C1F-02D5-475E-AD67-F77921FC9E6F}" type="datetimeFigureOut">
              <a:rPr lang="ko-KR" altLang="en-US" smtClean="0"/>
              <a:t>2025-06-17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FB092F1-BE00-6FFC-C6D3-164D71AE7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B4FCCD0-0207-807D-34D6-FDCE4D3D6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561A9-4607-4562-AF29-C44B022AEF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6727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74B2A03-8F6A-E811-778A-5D746F996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C1C1F-02D5-475E-AD67-F77921FC9E6F}" type="datetimeFigureOut">
              <a:rPr lang="ko-KR" altLang="en-US" smtClean="0"/>
              <a:t>2025-06-17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2C83BC0-CD48-DA80-7214-4E4EEA145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993E6B-8C5A-113C-BA38-CFE6AB3FC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561A9-4607-4562-AF29-C44B022AEF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8420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8D2561-AD0C-918B-1541-861BC2EB0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C43ED7-C963-6DEF-FD3F-2DADA0278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145E3C7-67D7-719E-89F6-929AE341F0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5073FA3-DBA8-1EED-8804-A8012633F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C1C1F-02D5-475E-AD67-F77921FC9E6F}" type="datetimeFigureOut">
              <a:rPr lang="ko-KR" altLang="en-US" smtClean="0"/>
              <a:t>2025-06-17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9100EAC-1E46-E3D2-8DDE-7B98627F6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81D4691-8D77-187F-BAF5-B5C941BC3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561A9-4607-4562-AF29-C44B022AEF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179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242309-90C7-A313-083A-B4F3C2E27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92275EA-D418-7EB1-82E1-1994B4B93E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ACB0D48-4121-141E-8A3E-683B4DB67C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A9BCBB5-A4E1-C420-2090-FDFB6E427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C1C1F-02D5-475E-AD67-F77921FC9E6F}" type="datetimeFigureOut">
              <a:rPr lang="ko-KR" altLang="en-US" smtClean="0"/>
              <a:t>2025-06-17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48308E4-AD6D-6101-9F4E-5B867F0D1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182C57-89D6-D2C0-362C-B097E6C08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561A9-4607-4562-AF29-C44B022AEF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0443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C89BB0-1CCD-63F0-5D6E-18914B912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547B649-BC32-235F-E754-348796A693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9F5465-3ED2-76D0-B1BF-4BB1F4270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C1C1F-02D5-475E-AD67-F77921FC9E6F}" type="datetimeFigureOut">
              <a:rPr lang="ko-KR" altLang="en-US" smtClean="0"/>
              <a:t>2025-06-17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0CBF1F-293D-7D2C-5FAD-AA053CA0A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C931BAA-0258-5CDD-50B8-6E693E58C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561A9-4607-4562-AF29-C44B022AEF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2073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3341560-599D-0030-2A26-53BE3688C1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3C802A2-3B1B-633A-58ED-B471174578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D9E2C5-DAEB-7909-C914-2E9F0B149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C1C1F-02D5-475E-AD67-F77921FC9E6F}" type="datetimeFigureOut">
              <a:rPr lang="ko-KR" altLang="en-US" smtClean="0"/>
              <a:t>2025-06-17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517265A-7E76-334F-82E5-FFCABC7B8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C43A3F-8C18-AB1D-D0D8-ADA98A868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561A9-4607-4562-AF29-C44B022AEF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0432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860C0A6-D94D-97D3-B58E-1433EDE3C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314146B-B8A4-70A4-6513-C8E4954D47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C4B1B8-2459-CDBB-9D3C-7AD4A54891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EC1C1F-02D5-475E-AD67-F77921FC9E6F}" type="datetimeFigureOut">
              <a:rPr lang="ko-KR" altLang="en-US" smtClean="0"/>
              <a:t>2025-06-17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54451D-F933-6501-200A-89A1DDBDAA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1F4F89-A9EE-3B4C-301A-E8D9DB7F7C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3561A9-4607-4562-AF29-C44B022AEF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7919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F24093-4572-24F6-F868-6BFD42261C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게임서버 </a:t>
            </a:r>
            <a:r>
              <a:rPr lang="ko-KR" altLang="en-US" dirty="0" err="1"/>
              <a:t>텀프로젝트</a:t>
            </a:r>
            <a:br>
              <a:rPr lang="en-US" altLang="ko-KR" dirty="0"/>
            </a:br>
            <a:r>
              <a:rPr lang="ko-KR" altLang="en-US" dirty="0"/>
              <a:t>발표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7529331-53BD-F63A-F92F-CA6B3D6750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게임공학과 </a:t>
            </a:r>
            <a:r>
              <a:rPr lang="en-US" altLang="ko-KR" dirty="0"/>
              <a:t>2020180005 </a:t>
            </a:r>
            <a:r>
              <a:rPr lang="ko-KR" altLang="en-US" dirty="0"/>
              <a:t>김상윤</a:t>
            </a:r>
          </a:p>
        </p:txBody>
      </p:sp>
    </p:spTree>
    <p:extLst>
      <p:ext uri="{BB962C8B-B14F-4D97-AF65-F5344CB8AC3E}">
        <p14:creationId xmlns:p14="http://schemas.microsoft.com/office/powerpoint/2010/main" val="1895463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EEB24D-85C8-237E-1701-773ED1F84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구현한 목록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FF4B9C-3841-4588-F868-48C467DCAF19}"/>
              </a:ext>
            </a:extLst>
          </p:cNvPr>
          <p:cNvSpPr txBox="1"/>
          <p:nvPr/>
        </p:nvSpPr>
        <p:spPr>
          <a:xfrm>
            <a:off x="838200" y="1690688"/>
            <a:ext cx="857079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몬스터</a:t>
            </a:r>
            <a:endParaRPr lang="en-US" altLang="ko-KR" dirty="0"/>
          </a:p>
          <a:p>
            <a:r>
              <a:rPr lang="en-US" altLang="ko-KR" dirty="0"/>
              <a:t>20</a:t>
            </a:r>
            <a:r>
              <a:rPr lang="ko-KR" altLang="en-US" dirty="0"/>
              <a:t>만 마리</a:t>
            </a:r>
            <a:r>
              <a:rPr lang="en-US" altLang="ko-KR" dirty="0"/>
              <a:t>, 2</a:t>
            </a:r>
            <a:r>
              <a:rPr lang="ko-KR" altLang="en-US" dirty="0"/>
              <a:t>종류</a:t>
            </a:r>
            <a:r>
              <a:rPr lang="en-US" altLang="ko-KR" dirty="0"/>
              <a:t>(</a:t>
            </a:r>
            <a:r>
              <a:rPr lang="ko-KR" altLang="en-US" dirty="0"/>
              <a:t>랜덤 이동</a:t>
            </a:r>
            <a:r>
              <a:rPr lang="en-US" altLang="ko-KR" dirty="0"/>
              <a:t>, </a:t>
            </a:r>
            <a:r>
              <a:rPr lang="ko-KR" altLang="en-US" dirty="0" err="1"/>
              <a:t>쫒아오는</a:t>
            </a:r>
            <a:r>
              <a:rPr lang="ko-KR" altLang="en-US" dirty="0"/>
              <a:t> 이동 </a:t>
            </a:r>
            <a:r>
              <a:rPr lang="en-US" altLang="ko-KR" dirty="0"/>
              <a:t>: a* </a:t>
            </a:r>
            <a:r>
              <a:rPr lang="ko-KR" altLang="en-US" dirty="0"/>
              <a:t>알고리즘 활용</a:t>
            </a:r>
            <a:r>
              <a:rPr lang="en-US" altLang="ko-KR" dirty="0"/>
              <a:t>), </a:t>
            </a:r>
          </a:p>
          <a:p>
            <a:r>
              <a:rPr lang="ko-KR" altLang="en-US" dirty="0"/>
              <a:t>배치 좌표는 스크립트로 정함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플레이어</a:t>
            </a:r>
            <a:endParaRPr lang="en-US" altLang="ko-KR" dirty="0"/>
          </a:p>
          <a:p>
            <a:r>
              <a:rPr lang="ko-KR" altLang="en-US" dirty="0"/>
              <a:t>레벨</a:t>
            </a:r>
            <a:r>
              <a:rPr lang="en-US" altLang="ko-KR" dirty="0"/>
              <a:t>, HP, </a:t>
            </a:r>
            <a:r>
              <a:rPr lang="ko-KR" altLang="en-US" dirty="0"/>
              <a:t>이름</a:t>
            </a:r>
            <a:r>
              <a:rPr lang="en-US" altLang="ko-KR" dirty="0"/>
              <a:t>, </a:t>
            </a:r>
            <a:r>
              <a:rPr lang="ko-KR" altLang="en-US" dirty="0"/>
              <a:t>주변 공격</a:t>
            </a:r>
            <a:r>
              <a:rPr lang="en-US" altLang="ko-KR" dirty="0"/>
              <a:t>, </a:t>
            </a:r>
            <a:r>
              <a:rPr lang="ko-KR" altLang="en-US" dirty="0"/>
              <a:t>인벤토리</a:t>
            </a:r>
            <a:r>
              <a:rPr lang="en-US" altLang="ko-KR" dirty="0"/>
              <a:t>(</a:t>
            </a:r>
            <a:r>
              <a:rPr lang="ko-KR" altLang="en-US" dirty="0"/>
              <a:t>체력 </a:t>
            </a:r>
            <a:r>
              <a:rPr lang="ko-KR" altLang="en-US" dirty="0" err="1"/>
              <a:t>포션</a:t>
            </a:r>
            <a:r>
              <a:rPr lang="en-US" altLang="ko-KR" dirty="0"/>
              <a:t>, </a:t>
            </a:r>
            <a:r>
              <a:rPr lang="ko-KR" altLang="en-US" dirty="0"/>
              <a:t>경험치 </a:t>
            </a:r>
            <a:r>
              <a:rPr lang="ko-KR" altLang="en-US" dirty="0" err="1"/>
              <a:t>포션</a:t>
            </a:r>
            <a:r>
              <a:rPr lang="en-US" altLang="ko-KR" dirty="0"/>
              <a:t>, </a:t>
            </a:r>
            <a:r>
              <a:rPr lang="ko-KR" altLang="en-US" dirty="0"/>
              <a:t>골드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자동 회복</a:t>
            </a:r>
            <a:r>
              <a:rPr lang="en-US" altLang="ko-KR" dirty="0"/>
              <a:t>(10</a:t>
            </a:r>
            <a:r>
              <a:rPr lang="ko-KR" altLang="en-US" dirty="0"/>
              <a:t>초가 지나면 </a:t>
            </a:r>
            <a:r>
              <a:rPr lang="en-US" altLang="ko-KR" dirty="0"/>
              <a:t>1</a:t>
            </a:r>
            <a:r>
              <a:rPr lang="ko-KR" altLang="en-US" dirty="0"/>
              <a:t>씩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죽은 후 </a:t>
            </a:r>
            <a:r>
              <a:rPr lang="en-US" altLang="ko-KR" dirty="0"/>
              <a:t>10</a:t>
            </a:r>
            <a:r>
              <a:rPr lang="ko-KR" altLang="en-US" dirty="0"/>
              <a:t>초 뒤 부활</a:t>
            </a:r>
            <a:r>
              <a:rPr lang="en-US" altLang="ko-KR" dirty="0"/>
              <a:t>(</a:t>
            </a:r>
            <a:r>
              <a:rPr lang="ko-KR" altLang="en-US" dirty="0"/>
              <a:t>최소 체력</a:t>
            </a:r>
            <a:r>
              <a:rPr lang="en-US" altLang="ko-KR" dirty="0"/>
              <a:t>, </a:t>
            </a:r>
            <a:r>
              <a:rPr lang="ko-KR" altLang="en-US" dirty="0"/>
              <a:t>경험치는 </a:t>
            </a:r>
            <a:r>
              <a:rPr lang="en-US" altLang="ko-KR" dirty="0"/>
              <a:t>0)</a:t>
            </a:r>
          </a:p>
          <a:p>
            <a:endParaRPr lang="en-US" altLang="ko-KR" dirty="0"/>
          </a:p>
          <a:p>
            <a:r>
              <a:rPr lang="ko-KR" altLang="en-US" dirty="0"/>
              <a:t>채팅 시스템</a:t>
            </a:r>
            <a:endParaRPr lang="en-US" altLang="ko-KR" dirty="0"/>
          </a:p>
          <a:p>
            <a:r>
              <a:rPr lang="ko-KR" altLang="en-US" dirty="0" err="1"/>
              <a:t>몬스터한테</a:t>
            </a:r>
            <a:r>
              <a:rPr lang="ko-KR" altLang="en-US" dirty="0"/>
              <a:t> 듣는 대사는 자기자신한테만</a:t>
            </a:r>
            <a:r>
              <a:rPr lang="en-US" altLang="ko-KR" dirty="0"/>
              <a:t>, </a:t>
            </a:r>
            <a:r>
              <a:rPr lang="ko-KR" altLang="en-US" dirty="0"/>
              <a:t>서로 소통 가능</a:t>
            </a:r>
            <a:r>
              <a:rPr lang="en-US" altLang="ko-KR" dirty="0"/>
              <a:t>(</a:t>
            </a:r>
            <a:r>
              <a:rPr lang="ko-KR" altLang="en-US" dirty="0"/>
              <a:t>한글 채팅 가능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dirty="0"/>
              <a:t>데이터베이스</a:t>
            </a:r>
            <a:endParaRPr lang="en-US" altLang="ko-KR" dirty="0"/>
          </a:p>
          <a:p>
            <a:r>
              <a:rPr lang="en-US" altLang="ko-KR" dirty="0"/>
              <a:t>30</a:t>
            </a:r>
            <a:r>
              <a:rPr lang="ko-KR" altLang="en-US" dirty="0"/>
              <a:t>초 주기로 자동 저장</a:t>
            </a:r>
            <a:r>
              <a:rPr lang="en-US" altLang="ko-KR" dirty="0"/>
              <a:t>, </a:t>
            </a:r>
            <a:r>
              <a:rPr lang="ko-KR" altLang="en-US" dirty="0"/>
              <a:t>로그아웃시 필수 저장</a:t>
            </a:r>
            <a:endParaRPr lang="en-US" altLang="ko-KR" dirty="0"/>
          </a:p>
          <a:p>
            <a:r>
              <a:rPr lang="ko-KR" altLang="en-US" dirty="0"/>
              <a:t>똑같은 </a:t>
            </a:r>
            <a:r>
              <a:rPr lang="en-US" altLang="ko-KR" dirty="0"/>
              <a:t>ID</a:t>
            </a:r>
            <a:r>
              <a:rPr lang="ko-KR" altLang="en-US" dirty="0"/>
              <a:t>가 접속 시 시도한 클라이언트 강제 종료</a:t>
            </a:r>
            <a:endParaRPr lang="en-US" altLang="ko-KR" dirty="0"/>
          </a:p>
          <a:p>
            <a:r>
              <a:rPr lang="ko-KR" altLang="en-US" dirty="0"/>
              <a:t>데이터베이스에 </a:t>
            </a:r>
            <a:r>
              <a:rPr lang="en-US" altLang="ko-KR" dirty="0"/>
              <a:t>ID</a:t>
            </a:r>
            <a:r>
              <a:rPr lang="ko-KR" altLang="en-US" dirty="0"/>
              <a:t>가 없으면 자동 </a:t>
            </a:r>
            <a:r>
              <a:rPr lang="en-US" altLang="ko-KR" dirty="0"/>
              <a:t>ID </a:t>
            </a:r>
            <a:r>
              <a:rPr lang="ko-KR" altLang="en-US" dirty="0"/>
              <a:t>생성</a:t>
            </a:r>
          </a:p>
        </p:txBody>
      </p:sp>
    </p:spTree>
    <p:extLst>
      <p:ext uri="{BB962C8B-B14F-4D97-AF65-F5344CB8AC3E}">
        <p14:creationId xmlns:p14="http://schemas.microsoft.com/office/powerpoint/2010/main" val="917318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0F30F4-59B8-B99A-24DF-B296593F5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서버 생성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21A7897-F39A-566A-EC07-B7FD9E9110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301" y="1690688"/>
            <a:ext cx="5525271" cy="46297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0529D00-4419-A98B-DBEC-A1D36473E470}"/>
              </a:ext>
            </a:extLst>
          </p:cNvPr>
          <p:cNvSpPr txBox="1"/>
          <p:nvPr/>
        </p:nvSpPr>
        <p:spPr>
          <a:xfrm>
            <a:off x="6837528" y="1690688"/>
            <a:ext cx="484495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데이터 베이스 연결 성공</a:t>
            </a:r>
            <a:endParaRPr lang="en-US" altLang="ko-KR" dirty="0"/>
          </a:p>
          <a:p>
            <a:r>
              <a:rPr lang="ko-KR" altLang="en-US" dirty="0"/>
              <a:t>장애물 생성 성공</a:t>
            </a:r>
            <a:endParaRPr lang="en-US" altLang="ko-KR" dirty="0"/>
          </a:p>
          <a:p>
            <a:r>
              <a:rPr lang="ko-KR" altLang="en-US" dirty="0"/>
              <a:t>몬스터가 </a:t>
            </a:r>
            <a:r>
              <a:rPr lang="en-US" altLang="ko-KR" dirty="0"/>
              <a:t>1</a:t>
            </a:r>
            <a:r>
              <a:rPr lang="ko-KR" altLang="en-US" dirty="0"/>
              <a:t>만 단위로 </a:t>
            </a:r>
            <a:endParaRPr lang="en-US" altLang="ko-KR" dirty="0"/>
          </a:p>
          <a:p>
            <a:r>
              <a:rPr lang="ko-KR" altLang="en-US" dirty="0"/>
              <a:t>스크립트의 위치를 받고 실시간 생성 중</a:t>
            </a:r>
            <a:endParaRPr lang="en-US" altLang="ko-KR" dirty="0"/>
          </a:p>
          <a:p>
            <a:r>
              <a:rPr lang="ko-KR" altLang="en-US" dirty="0"/>
              <a:t>몬스터가 생성 완료 되면 서버 생성 완료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B5EF0E1-97AC-40CD-5E2B-F8355739C7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1673" y="3429000"/>
            <a:ext cx="5353797" cy="288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024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2B1C7E-BDDA-E20B-2E25-49BDAA00B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클라이언트 로그인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D213C08-901B-7E48-0346-2A92C984F0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550496"/>
            <a:ext cx="5029902" cy="24482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1DFD1F5-DD90-2CF9-F13A-39656252BE4D}"/>
              </a:ext>
            </a:extLst>
          </p:cNvPr>
          <p:cNvSpPr txBox="1"/>
          <p:nvPr/>
        </p:nvSpPr>
        <p:spPr>
          <a:xfrm>
            <a:off x="6096000" y="2481967"/>
            <a:ext cx="535447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먼저 서버 </a:t>
            </a:r>
            <a:r>
              <a:rPr lang="en-US" altLang="ko-KR" dirty="0"/>
              <a:t>IP</a:t>
            </a:r>
            <a:r>
              <a:rPr lang="ko-KR" altLang="en-US" dirty="0"/>
              <a:t>를 입력 후</a:t>
            </a:r>
            <a:endParaRPr lang="en-US" altLang="ko-KR" dirty="0"/>
          </a:p>
          <a:p>
            <a:r>
              <a:rPr lang="ko-KR" altLang="en-US" dirty="0"/>
              <a:t>데이터베이스에 있는 혹은 생성하고 싶은 </a:t>
            </a:r>
            <a:r>
              <a:rPr lang="en-US" altLang="ko-KR" dirty="0"/>
              <a:t>ID </a:t>
            </a:r>
            <a:r>
              <a:rPr lang="ko-KR" altLang="en-US" dirty="0"/>
              <a:t>입력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데이터베이스에 있는 </a:t>
            </a:r>
            <a:r>
              <a:rPr lang="en-US" altLang="ko-KR" dirty="0"/>
              <a:t>ID</a:t>
            </a:r>
          </a:p>
          <a:p>
            <a:r>
              <a:rPr lang="ko-KR" altLang="en-US" dirty="0"/>
              <a:t>마지막에 데이터베이스에 저장된 정보를 바탕으로</a:t>
            </a:r>
            <a:endParaRPr lang="en-US" altLang="ko-KR" dirty="0"/>
          </a:p>
          <a:p>
            <a:r>
              <a:rPr lang="ko-KR" altLang="en-US" dirty="0"/>
              <a:t>게임이 실행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생성하고 싶은 </a:t>
            </a:r>
            <a:r>
              <a:rPr lang="en-US" altLang="ko-KR" dirty="0"/>
              <a:t>ID</a:t>
            </a:r>
          </a:p>
          <a:p>
            <a:r>
              <a:rPr lang="en-US" altLang="ko-KR" dirty="0"/>
              <a:t>ID </a:t>
            </a:r>
            <a:r>
              <a:rPr lang="ko-KR" altLang="en-US" dirty="0"/>
              <a:t>생성이므로 초기 상태로 게임이 실행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937534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463BDA-EBFC-2741-CEE2-8036E6CE2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 실행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22B2FF6-38CC-9560-FB24-8149AF8BA7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38558"/>
            <a:ext cx="5278146" cy="486249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2DB9394-B659-8055-8EAE-38B1C0C06EFF}"/>
              </a:ext>
            </a:extLst>
          </p:cNvPr>
          <p:cNvSpPr txBox="1"/>
          <p:nvPr/>
        </p:nvSpPr>
        <p:spPr>
          <a:xfrm>
            <a:off x="6305266" y="1838558"/>
            <a:ext cx="537721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표시 되는 것들</a:t>
            </a:r>
            <a:endParaRPr lang="en-US" altLang="ko-KR" dirty="0"/>
          </a:p>
          <a:p>
            <a:r>
              <a:rPr lang="ko-KR" altLang="en-US" dirty="0"/>
              <a:t>현재 플레이어의 위치</a:t>
            </a:r>
            <a:r>
              <a:rPr lang="en-US" altLang="ko-KR" dirty="0"/>
              <a:t>,</a:t>
            </a:r>
            <a:r>
              <a:rPr lang="ko-KR" altLang="en-US" dirty="0"/>
              <a:t> 체력</a:t>
            </a:r>
            <a:r>
              <a:rPr lang="en-US" altLang="ko-KR" dirty="0"/>
              <a:t>, </a:t>
            </a:r>
            <a:r>
              <a:rPr lang="ko-KR" altLang="en-US" dirty="0"/>
              <a:t>레벨</a:t>
            </a:r>
            <a:r>
              <a:rPr lang="en-US" altLang="ko-KR" dirty="0"/>
              <a:t>, </a:t>
            </a:r>
            <a:r>
              <a:rPr lang="ko-KR" altLang="en-US" dirty="0"/>
              <a:t>경험치</a:t>
            </a:r>
            <a:endParaRPr lang="en-US" altLang="ko-KR" dirty="0"/>
          </a:p>
          <a:p>
            <a:r>
              <a:rPr lang="ko-KR" altLang="en-US" dirty="0" err="1"/>
              <a:t>채팅창</a:t>
            </a:r>
            <a:endParaRPr lang="en-US" altLang="ko-KR" dirty="0"/>
          </a:p>
          <a:p>
            <a:r>
              <a:rPr lang="ko-KR" altLang="en-US" dirty="0"/>
              <a:t>몬스터</a:t>
            </a:r>
            <a:r>
              <a:rPr lang="en-US" altLang="ko-KR" dirty="0"/>
              <a:t>(</a:t>
            </a:r>
            <a:r>
              <a:rPr lang="ko-KR" altLang="en-US" dirty="0"/>
              <a:t>이름과 모습을 통해 구분이 가능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장애물</a:t>
            </a:r>
            <a:endParaRPr lang="en-US" altLang="ko-KR" dirty="0"/>
          </a:p>
          <a:p>
            <a:r>
              <a:rPr lang="ko-KR" altLang="en-US" dirty="0"/>
              <a:t>플레이어가 공격하는 범위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298278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422F0F-93EA-A6C1-BDC6-D671A36AA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인벤토리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6B405B0-9597-A180-3BF9-B224A24087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68488"/>
            <a:ext cx="5020376" cy="203863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582ABA4-E495-B670-6BBE-DDAF77972826}"/>
              </a:ext>
            </a:extLst>
          </p:cNvPr>
          <p:cNvSpPr txBox="1"/>
          <p:nvPr/>
        </p:nvSpPr>
        <p:spPr>
          <a:xfrm>
            <a:off x="6096000" y="2088107"/>
            <a:ext cx="510881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</a:t>
            </a:r>
            <a:r>
              <a:rPr lang="ko-KR" altLang="en-US" dirty="0"/>
              <a:t>키를 입력하게 되면 인벤토리 창이 나옴</a:t>
            </a:r>
            <a:endParaRPr lang="en-US" altLang="ko-KR" dirty="0"/>
          </a:p>
          <a:p>
            <a:r>
              <a:rPr lang="ko-KR" altLang="en-US" dirty="0"/>
              <a:t>순서대로</a:t>
            </a:r>
            <a:endParaRPr lang="en-US" altLang="ko-KR" dirty="0"/>
          </a:p>
          <a:p>
            <a:r>
              <a:rPr lang="en-US" altLang="ko-KR" dirty="0"/>
              <a:t>Potion : </a:t>
            </a:r>
            <a:r>
              <a:rPr lang="ko-KR" altLang="en-US" dirty="0"/>
              <a:t>체력 회복</a:t>
            </a:r>
            <a:endParaRPr lang="en-US" altLang="ko-KR" dirty="0"/>
          </a:p>
          <a:p>
            <a:r>
              <a:rPr lang="en-US" altLang="ko-KR" dirty="0"/>
              <a:t>Exp Potion : </a:t>
            </a:r>
            <a:r>
              <a:rPr lang="ko-KR" altLang="en-US" dirty="0"/>
              <a:t>경험치 획득</a:t>
            </a:r>
            <a:r>
              <a:rPr lang="en-US" altLang="ko-KR" dirty="0"/>
              <a:t>(1</a:t>
            </a:r>
            <a:r>
              <a:rPr lang="ko-KR" altLang="en-US" dirty="0"/>
              <a:t>씩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Gold : </a:t>
            </a:r>
            <a:r>
              <a:rPr lang="ko-KR" altLang="en-US" dirty="0"/>
              <a:t>골드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포션과</a:t>
            </a:r>
            <a:r>
              <a:rPr lang="ko-KR" altLang="en-US" dirty="0"/>
              <a:t> 경험치 </a:t>
            </a:r>
            <a:r>
              <a:rPr lang="ko-KR" altLang="en-US" dirty="0" err="1"/>
              <a:t>포션은</a:t>
            </a:r>
            <a:r>
              <a:rPr lang="ko-KR" altLang="en-US" dirty="0"/>
              <a:t> 몬스터를 잡으면</a:t>
            </a:r>
            <a:endParaRPr lang="en-US" altLang="ko-KR" dirty="0"/>
          </a:p>
          <a:p>
            <a:r>
              <a:rPr lang="ko-KR" altLang="en-US" dirty="0"/>
              <a:t>둘 중 </a:t>
            </a:r>
            <a:r>
              <a:rPr lang="ko-KR" altLang="en-US" dirty="0" err="1"/>
              <a:t>랜덤한</a:t>
            </a:r>
            <a:r>
              <a:rPr lang="ko-KR" altLang="en-US" dirty="0"/>
              <a:t> 확률로 얻을 수가 있음</a:t>
            </a:r>
            <a:endParaRPr lang="en-US" altLang="ko-KR" dirty="0"/>
          </a:p>
          <a:p>
            <a:r>
              <a:rPr lang="ko-KR" altLang="en-US" dirty="0"/>
              <a:t>골드는 몬스터를 잡으면 </a:t>
            </a:r>
            <a:r>
              <a:rPr lang="en-US" altLang="ko-KR" dirty="0"/>
              <a:t>1 – 10 </a:t>
            </a:r>
            <a:r>
              <a:rPr lang="ko-KR" altLang="en-US" dirty="0"/>
              <a:t>중 </a:t>
            </a:r>
            <a:r>
              <a:rPr lang="ko-KR" altLang="en-US" dirty="0" err="1"/>
              <a:t>랜덤한</a:t>
            </a:r>
            <a:endParaRPr lang="en-US" altLang="ko-KR" dirty="0"/>
          </a:p>
          <a:p>
            <a:r>
              <a:rPr lang="ko-KR" altLang="en-US" dirty="0" err="1"/>
              <a:t>골드량을</a:t>
            </a:r>
            <a:r>
              <a:rPr lang="ko-KR" altLang="en-US" dirty="0"/>
              <a:t> 획득 할 수 있음</a:t>
            </a:r>
          </a:p>
        </p:txBody>
      </p:sp>
    </p:spTree>
    <p:extLst>
      <p:ext uri="{BB962C8B-B14F-4D97-AF65-F5344CB8AC3E}">
        <p14:creationId xmlns:p14="http://schemas.microsoft.com/office/powerpoint/2010/main" val="2765686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FE8CA1-1F1F-92BF-2D70-5E3C04CAF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채팅창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549F10D-91AB-FC6F-659C-40FC7A29C3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030" y="1747104"/>
            <a:ext cx="4675496" cy="288610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BEFF293-107D-DDC8-5D59-6164B3AD4C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2613" y="1747104"/>
            <a:ext cx="5827363" cy="28861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3B81744-177F-07A1-7A5F-8F0FB9BDC11B}"/>
              </a:ext>
            </a:extLst>
          </p:cNvPr>
          <p:cNvSpPr txBox="1"/>
          <p:nvPr/>
        </p:nvSpPr>
        <p:spPr>
          <a:xfrm>
            <a:off x="961030" y="4899546"/>
            <a:ext cx="103927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몬스터가 플레이어에게 반응해서 나오는 대사는 해당 플레이어한테만 나오게 됨</a:t>
            </a:r>
            <a:endParaRPr lang="en-US" altLang="ko-KR" dirty="0"/>
          </a:p>
          <a:p>
            <a:r>
              <a:rPr lang="ko-KR" altLang="en-US" dirty="0"/>
              <a:t>플레이어가 작성한 채팅은 모든 클라이언트가 섹터 내에 존재하면 볼 수 있음</a:t>
            </a:r>
            <a:endParaRPr lang="en-US" altLang="ko-KR" dirty="0"/>
          </a:p>
          <a:p>
            <a:r>
              <a:rPr lang="ko-KR" altLang="en-US" dirty="0"/>
              <a:t>영어 뿐만 아닌 한글로도 소통이 가능함</a:t>
            </a:r>
          </a:p>
        </p:txBody>
      </p:sp>
    </p:spTree>
    <p:extLst>
      <p:ext uri="{BB962C8B-B14F-4D97-AF65-F5344CB8AC3E}">
        <p14:creationId xmlns:p14="http://schemas.microsoft.com/office/powerpoint/2010/main" val="36955885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B33B1C-38BC-D408-D8C5-2D16EF49D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서버 상태 확인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6FA88CB-0E47-6ACD-777D-DA5F633E9E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83140"/>
            <a:ext cx="4634552" cy="474350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8D0EBBA-6B71-6C74-34AB-E624D574544C}"/>
              </a:ext>
            </a:extLst>
          </p:cNvPr>
          <p:cNvSpPr txBox="1"/>
          <p:nvPr/>
        </p:nvSpPr>
        <p:spPr>
          <a:xfrm>
            <a:off x="5759355" y="1555844"/>
            <a:ext cx="559444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서버 상태를 실시간으로 확인을 할 수 있음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플레이어가 채팅을 보냈는지</a:t>
            </a:r>
            <a:r>
              <a:rPr lang="en-US" altLang="ko-KR" dirty="0"/>
              <a:t>,</a:t>
            </a:r>
          </a:p>
          <a:p>
            <a:r>
              <a:rPr lang="en-US" altLang="ko-KR" dirty="0"/>
              <a:t>DB</a:t>
            </a:r>
            <a:r>
              <a:rPr lang="ko-KR" altLang="en-US" dirty="0"/>
              <a:t>가 언제 세이브가 되고 로드가 되는지</a:t>
            </a:r>
            <a:endParaRPr lang="en-US" altLang="ko-KR" dirty="0"/>
          </a:p>
          <a:p>
            <a:r>
              <a:rPr lang="ko-KR" altLang="en-US" dirty="0"/>
              <a:t>플레이어가 몬스터하고 부딪혀서 체력이 깎였는지</a:t>
            </a:r>
            <a:endParaRPr lang="en-US" altLang="ko-KR" dirty="0"/>
          </a:p>
          <a:p>
            <a:r>
              <a:rPr lang="ko-KR" altLang="en-US" dirty="0"/>
              <a:t>플레이어가 </a:t>
            </a:r>
            <a:r>
              <a:rPr lang="ko-KR" altLang="en-US" dirty="0" err="1"/>
              <a:t>최력을</a:t>
            </a:r>
            <a:r>
              <a:rPr lang="ko-KR" altLang="en-US" dirty="0"/>
              <a:t> 회복 했는지</a:t>
            </a:r>
            <a:endParaRPr lang="en-US" altLang="ko-KR" dirty="0"/>
          </a:p>
          <a:p>
            <a:r>
              <a:rPr lang="ko-KR" altLang="en-US" dirty="0"/>
              <a:t>몬스터가 공격을 받아서 체력이 깎였는지</a:t>
            </a:r>
            <a:endParaRPr lang="en-US" altLang="ko-KR" dirty="0"/>
          </a:p>
          <a:p>
            <a:r>
              <a:rPr lang="ko-KR" altLang="en-US" dirty="0"/>
              <a:t>몬스터 혹은 플레이어가 죽었고</a:t>
            </a:r>
            <a:r>
              <a:rPr lang="en-US" altLang="ko-KR" dirty="0"/>
              <a:t>, </a:t>
            </a:r>
            <a:r>
              <a:rPr lang="ko-KR" altLang="en-US" dirty="0" err="1"/>
              <a:t>리스폰이</a:t>
            </a:r>
            <a:r>
              <a:rPr lang="ko-KR" altLang="en-US" dirty="0"/>
              <a:t> 됐는지</a:t>
            </a:r>
          </a:p>
        </p:txBody>
      </p:sp>
    </p:spTree>
    <p:extLst>
      <p:ext uri="{BB962C8B-B14F-4D97-AF65-F5344CB8AC3E}">
        <p14:creationId xmlns:p14="http://schemas.microsoft.com/office/powerpoint/2010/main" val="39269385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2C194B-FA7C-F6EB-DC06-0D273D936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부하 테스트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67CF2A0-D0EF-F5B2-B586-B3F6012585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09" y="1690688"/>
            <a:ext cx="6068272" cy="45345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30059CF-1C30-2A7B-8B8C-784917DEFFA6}"/>
              </a:ext>
            </a:extLst>
          </p:cNvPr>
          <p:cNvSpPr txBox="1"/>
          <p:nvPr/>
        </p:nvSpPr>
        <p:spPr>
          <a:xfrm>
            <a:off x="7301552" y="1729997"/>
            <a:ext cx="3548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대략 </a:t>
            </a:r>
            <a:r>
              <a:rPr lang="en-US" altLang="ko-KR" dirty="0"/>
              <a:t>3000~3500 </a:t>
            </a:r>
            <a:r>
              <a:rPr lang="ko-KR" altLang="en-US" dirty="0"/>
              <a:t>사이</a:t>
            </a:r>
          </a:p>
        </p:txBody>
      </p:sp>
    </p:spTree>
    <p:extLst>
      <p:ext uri="{BB962C8B-B14F-4D97-AF65-F5344CB8AC3E}">
        <p14:creationId xmlns:p14="http://schemas.microsoft.com/office/powerpoint/2010/main" val="6058457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2C1A0C-10BE-CE72-8862-2B1F16F92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SECTOR </a:t>
            </a:r>
            <a:r>
              <a:rPr lang="ko-KR" altLang="en-US" dirty="0"/>
              <a:t>최적화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0271E56-4887-FB63-CF8D-219A3C12DE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67148"/>
            <a:ext cx="4790365" cy="472572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71A0D6C-FBDA-30E7-FD99-85A9DA97CA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14107"/>
            <a:ext cx="4610743" cy="295316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72CFE96-43D1-B9C5-07E2-6C402A960C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334280"/>
            <a:ext cx="4610742" cy="3174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3827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7474AF-15AC-4445-6DB7-14B6D44C2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158"/>
            <a:ext cx="10515600" cy="1325563"/>
          </a:xfrm>
        </p:spPr>
        <p:txBody>
          <a:bodyPr/>
          <a:lstStyle/>
          <a:p>
            <a:r>
              <a:rPr lang="en-US" altLang="ko-KR" dirty="0"/>
              <a:t>SECTOR </a:t>
            </a:r>
            <a:r>
              <a:rPr lang="ko-KR" altLang="en-US" dirty="0"/>
              <a:t>최적화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AF78C1A-7F82-28FD-7DEC-E9F21936D4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382" y="973230"/>
            <a:ext cx="4838652" cy="312109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2D19F9F-B821-3702-A540-B4FBD2F328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973230"/>
            <a:ext cx="3161112" cy="347594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A6272C7-DC7F-F916-D2C0-E5A511E329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382" y="4201462"/>
            <a:ext cx="5030337" cy="2583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9897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45C12A-5E10-995F-3A0E-6B4F5B7C3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A*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6C39A57-FA3E-3A88-4765-925D3DFB45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121768"/>
            <a:ext cx="5725324" cy="35152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CC7079C-566F-987F-377C-FA3B0B8E3C82}"/>
              </a:ext>
            </a:extLst>
          </p:cNvPr>
          <p:cNvSpPr txBox="1"/>
          <p:nvPr/>
        </p:nvSpPr>
        <p:spPr>
          <a:xfrm>
            <a:off x="6892119" y="3320653"/>
            <a:ext cx="52998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메모리 할당 최적화 위해 메모리풀</a:t>
            </a:r>
            <a:endParaRPr lang="en-US" altLang="ko-KR" dirty="0"/>
          </a:p>
          <a:p>
            <a:r>
              <a:rPr lang="en-US" altLang="ko-KR" dirty="0" err="1"/>
              <a:t>Visit_ver</a:t>
            </a:r>
            <a:r>
              <a:rPr lang="ko-KR" altLang="en-US" dirty="0"/>
              <a:t>과 </a:t>
            </a:r>
            <a:r>
              <a:rPr lang="en-US" altLang="ko-KR" dirty="0"/>
              <a:t>epoch</a:t>
            </a:r>
            <a:r>
              <a:rPr lang="ko-KR" altLang="en-US" dirty="0"/>
              <a:t>를 통해 방문여부 기록</a:t>
            </a:r>
            <a:endParaRPr lang="en-US" altLang="ko-KR" dirty="0"/>
          </a:p>
          <a:p>
            <a:r>
              <a:rPr lang="ko-KR" altLang="en-US" dirty="0"/>
              <a:t>이동에 적합한 맨해튼 거리 사용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6470039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2ECB9-0A6A-99E3-54FC-B8177A64F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198278A-BFF1-8812-606A-C72F2DDF64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793" y="835135"/>
            <a:ext cx="5465619" cy="577038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E532B8B-9114-B8F5-6C86-C7472B2FE4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1" y="835135"/>
            <a:ext cx="5843206" cy="128605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8F707F3-A47E-E0B4-B7A0-C767B358EC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0089" y="2258406"/>
            <a:ext cx="5809117" cy="4347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2823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7D597B-899A-2D2B-AF05-4BC82F08A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감사합니다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37E477E-637F-9864-D62A-EF8FEFAFAA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14662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352</Words>
  <Application>Microsoft Office PowerPoint</Application>
  <PresentationFormat>와이드스크린</PresentationFormat>
  <Paragraphs>75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맑은 고딕</vt:lpstr>
      <vt:lpstr>Arial</vt:lpstr>
      <vt:lpstr>Office 테마</vt:lpstr>
      <vt:lpstr>게임서버 텀프로젝트 발표</vt:lpstr>
      <vt:lpstr>구현한 목록</vt:lpstr>
      <vt:lpstr>서버 생성</vt:lpstr>
      <vt:lpstr>클라이언트 로그인</vt:lpstr>
      <vt:lpstr>게임 실행</vt:lpstr>
      <vt:lpstr>인벤토리</vt:lpstr>
      <vt:lpstr>채팅창</vt:lpstr>
      <vt:lpstr>서버 상태 확인</vt:lpstr>
      <vt:lpstr>부하 테스트</vt:lpstr>
      <vt:lpstr>SECTOR 최적화</vt:lpstr>
      <vt:lpstr>SECTOR 최적화</vt:lpstr>
      <vt:lpstr>A*</vt:lpstr>
      <vt:lpstr>PowerPoint 프레젠테이션</vt:lpstr>
      <vt:lpstr>감사합니다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상윤 김</dc:creator>
  <cp:lastModifiedBy>상윤 김</cp:lastModifiedBy>
  <cp:revision>4</cp:revision>
  <dcterms:created xsi:type="dcterms:W3CDTF">2025-06-16T21:58:33Z</dcterms:created>
  <dcterms:modified xsi:type="dcterms:W3CDTF">2025-06-16T22:17:34Z</dcterms:modified>
</cp:coreProperties>
</file>